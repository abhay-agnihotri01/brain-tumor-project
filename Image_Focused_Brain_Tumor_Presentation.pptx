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</a:defRPr>
            </a:pPr>
            <a:r>
              <a:t>Lightweight GAN-VAE Hybrid Model</a:t>
            </a:r>
          </a:p>
          <a:p>
            <a:r>
              <a:t>for Real-Time Brain Tumor Detection on Edge Devices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Model Evaluation, Metrics, and Results</a:t>
            </a:r>
          </a:p>
          <a:p>
            <a:r>
              <a:t>Presenter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Introduction to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Brain tumors are deadly and early, precise diagnosis is crucial.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Goal: Develop a lightweight generative AI pipeline (GAN-VAE) optimized for edge devices like Raspberry Pi.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We evaluated three distinct models on the Brain Tumor MRI Dataset: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 1. Standalone VAE (Variational Autoencoder)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 2. Standalone GAN (Generative Adversarial Network)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    3. Hybrid GAN-VAE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The following slides visualize the training loss, confusion matrices, ROC curves, ablation lines, and final numerical metrics for 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Standalone GAN: Training &amp; Testing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[PLACE IMAGE HERE: GAN Model - Training vs Testing Loss Curve]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Notes for Presenter: Insert the dual-line graph showing the GAN generator loss convergence over 25 epochs.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Standalone GAN: Confusion Matrix &amp; ROC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[PLACE IMAGE HERE: GAN Model - Confusion Matrix Heatmap]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[PLACE IMAGE HERE: GAN Model - ROC Curve (AUC)]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Notes for Presenter: Insert the Seaborn heatmap showing False/True Positives on the left, and the ROC AUC curve on the right.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Standalone GAN: Efficiency &amp; Final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[PLACE IMAGE HERE: GAN Model - Accuracy vs Model Size Line Graph]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[PLACE IMAGE HERE: GAN Model - Final Metrics Snippet (Accuracy, Dice, Size, Inference)]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Notes for Presenter: Insert the ablation-style line graph showing the trade-off, and your console screenshot of the final 4 GAN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Standalone VAE: Training &amp; Testing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[PLACE IMAGE HERE: VAE Model - Training vs Testing Loss Curve]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Notes for Presenter: Insert the dual-line graph showing the VAE reconstruction/KL loss convergence over 25 epochs.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Standalone VAE: Confusion Matrix &amp; ROC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[PLACE IMAGE HERE: VAE Model - Confusion Matrix Heatmap]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[PLACE IMAGE HERE: VAE Model - ROC Curve (AUC)]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Notes for Presenter: Insert the Seaborn heatmap showing False/True Positives on the left, and the ROC AUC curve on the right.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Standalone VAE: Efficiency &amp; Final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[PLACE IMAGE HERE: VAE Model - Accuracy vs Model Size Line Graph]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[PLACE IMAGE HERE: VAE Model - Final Metrics Snippet (Accuracy, Dice, Size, Inference)]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Notes for Presenter: Insert the ablation-style line graph showing the trade-off, and your console screenshot of the final 4 VAE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Hybrid GAN-VAE: Training &amp; Testing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[PLACE IMAGE HERE: Hybrid Model - Training vs Testing Loss Curve]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Notes for Presenter: Insert the dual-line graph showing the hybrid generator/discriminator convergence over 25 epochs.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Hybrid GAN-VAE: Confusion Matrix &amp; ROC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[PLACE IMAGE HERE: Hybrid Model - Confusion Matrix Heatmap]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[PLACE IMAGE HERE: Hybrid Model - ROC Curve (AUC)]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Notes for Presenter: Insert the Seaborn heatmap showing False/True Positives on the left, and the ROC AUC curve on the right.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Hybrid GAN-VAE: Efficiency &amp; Final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[PLACE IMAGE HERE: Hybrid Model - Accuracy vs Model Size Line Graph]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[PLACE IMAGE HERE: Hybrid Model - Final Metrics Snippet showing 96.12% Accuracy]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Notes for Presenter: Insert the ablation-style line graph showing the trade-off, and your console screenshot of the phenomenal 96%+ Hybrid metrics!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Conclusion &amp; Edge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The Hybrid GAN-VAE significantly outperformed standalone models, achieving ~96% accuracy while remaining under 15 MB.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Synergizing VAE latent feature extraction with GAN realism generation provides a robust diagnostic tool.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The sub-second inference time proves that generative healthcare AI can be efficiently deployed to low-power edge devices like the Raspberry Pi in resource-constrained clinics.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