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</a:defRPr>
            </a:pPr>
            <a:r>
              <a:t>Brain Tumor Detection using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Study of GAN, VAE, and Hybrid GAN-VAE Models</a:t>
            </a:r>
          </a:p>
          <a:p>
            <a:r>
              <a:t>Dataset: Kaggle Brain Tumor MRI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Introduction to Brain Tumor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Brain tumors are deadly and early, accurate detection via MRI is crucial.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Traditional classification models often struggle with limited dataset sizes and class imbalance.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Generative Artificial Intelligence (GANs and VAEs) can synthesize realistic medical imaging data to improve model robustness.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Goal: Develop and evaluate an advanced generative pipeline for binary tumor classification (Tumor vs No Tumor).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Dataset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21329" cy="4525963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Dataset: Kaggle 'Brain Tumor MRI Dataset' (</a:t>
            </a:r>
            <a:r>
              <a:rPr dirty="0" err="1"/>
              <a:t>masoudnickparvar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Contains 4 categories: Glioma, Meningioma, Pituitary, and No Tumor.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Binary Transmutation: Mapped to a binary 'Tumor' (1.0) vs 'No Tumor' (0.0) format.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rPr dirty="0"/>
              <a:t>Preprocessing pipeline: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dirty="0"/>
              <a:t>    - Resized all images to 64x64.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dirty="0"/>
              <a:t>    - Converted to Grayscale (1-channel).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dirty="0"/>
              <a:t>    - Applied Data Augmentation (Random Horizontal Flips and 15° Rotations)</a:t>
            </a:r>
            <a:r>
              <a:rPr lang="en-IN" dirty="0"/>
              <a:t> </a:t>
            </a:r>
            <a:r>
              <a:rPr dirty="0"/>
              <a:t>t</a:t>
            </a:r>
            <a:r>
              <a:rPr lang="en-IN" dirty="0"/>
              <a:t>o        	</a:t>
            </a:r>
            <a:r>
              <a:rPr dirty="0"/>
              <a:t>prevent overfitting.</a:t>
            </a:r>
          </a:p>
          <a:p>
            <a:pPr marL="0" indent="0">
              <a:spcAft>
                <a:spcPts val="1000"/>
              </a:spcAft>
              <a:buNone/>
              <a:defRPr sz="2000">
                <a:latin typeface="Calibri"/>
              </a:defRPr>
            </a:pPr>
            <a:r>
              <a:rPr dirty="0"/>
              <a:t>   - Normalized tensors (Mean 0.5, Std 0.5).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Model 1: Variational Autoencoder (VAE)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Architecture: Deep Convolutional Encoder &amp; Decoder.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Function: Learns a continuous latent space (mu, log_var) and reconstructs input images.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Classifier: A 3-block CNN (32-&gt;64-&gt;128 filters) with 0.4 Dropout.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Training Loss = Reconstruction Loss (MSE) + KL-Divergence + Classification Loss (BCE).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Purpose: Evaluates the raw feature-extraction capabilities of an Autoencoder without adversarial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Model 2: Generative Adversarial Network (GAN)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Architecture: Generator synthesizes fake images from random noise; Discriminator detects fakes.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Classifier: Shares the same 3-block robust CNN architecture.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Training Loss = Discriminator Loss (BCE Real/Fake) + Generator Adversarial Loss + Classification Loss.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Purpose: Tests if the sharp, realistic edges generated by a GAN improve the classifier's spatial awareness compared to a VAE.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Model 3: Hybrid GAN-VAE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Architecture: Fuses the Encoder of a VAE with the Generator/Discriminator of a GAN.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Function: The VAE Encoder creates a structured latent space, which the GAN Generator uses to synthesize highly-detailed images.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Discriminator judges the realism, while the Classifier extracts features for Tumor Detection.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Training Loss = MSE + KL Divergence + Adversarial Loss + BCE Classification Loss.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Purpose: Synergize the stable latent features of a VAE with the sharp visual generation of a 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Optimization &amp; Ablation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Identified a critical evaluation bug: Classifiers initially failed by judging unconditioned static generator noise. Corrected to evaluate real validation `imgs`.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Overfitting Mitigation: Expanded CNN classifier capacity and introduced heavy 0.4 Dropout across all models.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Training Routine: 25 Epochs using the Adam Optimizer.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Included Weight Decay (L2 Regularization) of 1e-5 to prevent weight saturation.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Evaluated 4 key metrics: Accuracy, Dice Coefficient, Model Size, and Inference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Visualization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Loss Curves: Dual-line plots mapping 'Training Loss' vs 'Testing Loss' across 25 epochs to monitor convergence.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Confusion Matrix: Visualized False Positives and False Negatives using Seaborn Heatmaps.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ROC Curves: Mapped True Positive Rate vs False Positive Rate to calculate the Area Under Curve (AUC).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Ablation Line Graph: Simulated an 'Accuracy vs Model Size' line graph to visualize the trade-off between memory footprint (MB) and predictive capability (%).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980B9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The VAE, GAN, and Hybrid models were successfully isolated into 3 distinct, robust PyTorch pipelines.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Data Augmentation and deep CNN feature extractors significantly boosted testing accuracy towards the 85-93% target bracket.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Generative hybrid pipelines (GAN-VAE) prove to be highly effective feature extractors for sensitive medical diagnostics.</a:t>
            </a:r>
          </a:p>
          <a:p>
            <a:pPr>
              <a:spcAft>
                <a:spcPts val="1000"/>
              </a:spcAft>
              <a:defRPr sz="2000">
                <a:latin typeface="Calibri"/>
              </a:defRPr>
            </a:pPr>
            <a:r>
              <a:t>• Future Scope: Scaling resolution to 256x256, implementing ViTs (Vision Transformers), and deploying on mobile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716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Brain Tumor Detection using Generative AI</vt:lpstr>
      <vt:lpstr>Introduction to Brain Tumor Classification</vt:lpstr>
      <vt:lpstr>Dataset and Preprocessing</vt:lpstr>
      <vt:lpstr>Model 1: Variational Autoencoder (VAE)</vt:lpstr>
      <vt:lpstr>Model 2: Generative Adversarial Network (GAN)</vt:lpstr>
      <vt:lpstr>Model 3: Hybrid GAN-VAE Network</vt:lpstr>
      <vt:lpstr>Optimization &amp; Ablation Techniques</vt:lpstr>
      <vt:lpstr>Visualization Pipelines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Agnihotri</cp:lastModifiedBy>
  <cp:revision>2</cp:revision>
  <dcterms:created xsi:type="dcterms:W3CDTF">2013-01-27T09:14:16Z</dcterms:created>
  <dcterms:modified xsi:type="dcterms:W3CDTF">2026-03-09T17:19:17Z</dcterms:modified>
  <cp:category/>
</cp:coreProperties>
</file>